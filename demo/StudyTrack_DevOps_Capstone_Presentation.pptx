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</a:defRPr>
            </a:pPr>
            <a:r>
              <a:t>DEVOPS CAPSTONE PROJECT — SESSION 21</a:t>
            </a:r>
          </a:p>
          <a:p>
            <a:pPr>
              <a:defRPr sz="4000" b="1">
                <a:solidFill>
                  <a:srgbClr val="F8FAFC"/>
                </a:solidFill>
              </a:defRPr>
            </a:pPr>
            <a:r>
              <a:t>StudyTrack &amp; TaskBoard</a:t>
            </a:r>
          </a:p>
          <a:p>
            <a:pPr>
              <a:spcAft>
                <a:spcPts val="2800"/>
              </a:spcAft>
              <a:defRPr sz="1800">
                <a:solidFill>
                  <a:srgbClr val="94A3B8"/>
                </a:solidFill>
              </a:defRPr>
            </a:pPr>
            <a:r>
              <a:t>Production-Grade GitOps, Microservices, EKS, Helm, Ingress &amp; Observability</a:t>
            </a:r>
          </a:p>
          <a:p>
            <a:pPr>
              <a:defRPr sz="1300" b="1">
                <a:solidFill>
                  <a:srgbClr val="34D399"/>
                </a:solidFill>
              </a:defRPr>
            </a:pPr>
            <a:r>
              <a:t>Candidate: shubh-aarambh  |  Domain: Learning Management System &amp; TaskBoard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Stack: React Vite • FastAPI • PostgreSQL • Docker • GHCR • Trivy • Terraform • AWS EKS • Helm • NGINX Ingress • HPA • Prometheus &amp;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End-to-End DevOps Architecture &amp; Demonstration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Phase 1: Build &amp; Verify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[ENGINEERING &amp; SECURITY]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Full-stack React (Vite) + FastAPI + PostgreSQL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Local development verified with automated tests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Git commit triggers GitHub Actions CI pipeline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Pytest test suite &amp; frontend production bundle check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Multi-stage Docker builds for minimal attack surface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Trivy static security vulnerability scanning (0 CVEs)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Phase 2: Deploy &amp; Orchestrate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[INFRASTRUCTURE &amp; K8S]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GitHub Container Registry (GHCR) image packaging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Terraform automated AWS infrastructure provisioning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AWS VPC (public &amp; private subnets, NAT Gateway)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Amazon EKS Managed Kubernetes Cluster v1.31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Helm package management with custom values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Declarative deployments to studytrack &amp; taskboard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Phase 3: Route &amp; Observe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[OPERATIONS &amp; SRE]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NGINX Ingress Controller for single-entry routing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Horizontal Pod Autoscaler (HPA) CPU thresholding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Prometheus metrics scraping (/metrics endpoint)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Grafana real-time telemetry dashboards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Chaos engineering &amp; failure simulation runbook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Live remediation of Pod and Service errors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Part 1, 2, 3 — Application, REST API Suite &amp; PostgreSQL Database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1. StudyTrack &amp; TaskBoard UI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1: APPLICATION]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Responsive modern interface with Glassmorphism UI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Live assignment and task tracking dashboard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Filters by status: Pending, In Progress, Submitted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Real-time completion percentage metrics and progress bars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Quick-create modal for assignments and tasks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Instant optimistic UI updates with error boundaries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2. FastAPI OpenAPI / Swagger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2: REST API]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Interactive documentation live at /docs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GET /api/assignments — List &amp; filter tasks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POST /api/assignments — Create task (201 Created)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GET /api/assignments/{id} — Retrieve task detail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PUT /api/assignments/{id} — Full/partial update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DELETE /api/assignments/{id} — Delete task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GET /api/assignments/stats — Aggregated metrics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GET /health &amp; /ready — Liveness &amp; readiness probes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3. PostgreSQL Persistence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3: DATABASE]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Stateful container with persistent volume storage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Relational schema mapping tasks and assignments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Columns: id, title, subject, due_date, progress, status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SQLAlchemy ORM with strict Pydantic schemas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Connection pooling and automated schema initialization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Verified persistence across pod restarts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Part 4, 5, 6, 8 — GitOps, CI/CD Pipeline &amp; GHCR Container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4 &amp; 5. Git Commit &amp; CI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4 &amp; 5: CI/CD]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Git version control workflow on branch 'main'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GitHub Actions automated pipeline (.github/workflows/ci-cd.yml)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Automated Pytest backend validation with test coverage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Node.js 22 frontend Vite production compilation check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Strict fail-fast quality gate on every commit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Commit SHA tagging ensures 100% build traceability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6. Multi-Stage Docker Builds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6: DOCKER]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Backend: python:3.12-slim base with non-root security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Frontend: Multi-stage node:22-alpine build + nginx:alpine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Unprivileged NGINX configuration listening on 8080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Optimized container layers reducing footprint to &lt;150MB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Explicit .dockerignore preventing secret leakage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Reproducible builds across local, CI, and production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8. Container Registry (GHCR)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8: REGISTRY]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Hosted on GitHub Container Registry (ghcr.io)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ghcr.io/shubh-aarambh/studytrack-backend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ghcr.io/shubh-aarambh/studytrack-frontend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Dual tagging: Git commit SHA and 'latest'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Immutable artifact store for Kubernetes node pulls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Integrates seamlessly with GitHub fine-grained tokens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Part 7 &amp; 9 — Trivy Security Scanning &amp; Terraform AWS IaC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7. Trivy Security Scanning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7: SECURITY]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Automated static analysis of container images in CI pipeline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Scans OS packages and application dependencies for CVEs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Severity filter: HIGH, CRITICAL vulnerabilities enforced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Zero-tolerance policy: Build fails if unfixed critical CVE exists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Backend scan: 0 critical vulnerabilities found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Frontend scan: 0 critical vulnerabilities found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SBOM generation and compliance-ready security posture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9. Terraform AWS Infrastructure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9: TERRAFORM]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Modular infrastructure code organized in terraform/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AWS VPC: 2 Public subnets, 2 Private subnets, NAT Gateway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Amazon EKS 1.31: Fully managed control plane with OIDC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EKS Node Group: EC2 auto-scaling nodes in private subnets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Security Groups: Strict least-privilege ingress/egress rules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KMS Encryption: Envelope encryption enabled for K8s Secrets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IAM Access Entries: Granular RBAC binding for cluster administration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Part 10, 11, 12 — Kubernetes Workloads, Helm &amp; Ingress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10. Kubernetes Core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10: KUBERNETES]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Namespaces: studytrack &amp; taskboard isolation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Deployments: backend (2 replicas), frontend (2 replicas)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StatefulSet / Pod: postgres with PersistentVolumeClaim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ClusterIP Services for secure internal networking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ConfigMaps &amp; Secrets for database credential injection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Health &amp; Readiness probes verifying container lifecycle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11. Helm Charts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11: HELM]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Templated Helm chart located in helm/studytrack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Environment-specific overrides: values-dev.yaml, values-prod.yaml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Dynamic replica sizing, resource requests and limits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Integrated ServiceMonitor &amp; Ingress toggle configurations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helm upgrade --install for automated zero-downtime rollouts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Helm release history and rollback capabilities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12. Ingress Traffic Routing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12: INGRESS]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NGINX Ingress Controller acts as single entrypoint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Path-based routing rule: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/api -&gt; studytrack-backend:8000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/    -&gt; studytrack-frontend:80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External Load Balancer integration with AWS ELB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CORS header management and SSL/TLS termination support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Enables seamless client access via dedicated hostname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Part 13, 14, 15 — Autoscaling, Observability &amp; Live Failure Simulation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13. HPA &amp; Load Testing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13: HPA]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Horizontal Pod Autoscaler target: 60% CPU utilization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Scaling boundaries: min 2 pods, max 6 pods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Load testing scripts in scripts/load-test.ps1 &amp; .sh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Concurrent load generates realistic request bursts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HPA automatically detects spike and scales replicas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Graceful scale-down cooldown prevents thrashing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14. Prometheus &amp; Grafana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14: MONITORING]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FastAPI Instrumentator exposes metrics at /metrics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Prometheus Operator with ServiceMonitor configuration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Grafana dashboards visualize real-time cluster telemetry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Monitored KPIs: Request rate, HTTP error status, latency p95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Pod CPU &amp; memory resource consumption graphs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Proactive alerts for error spikes and pod restarts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15. Troubleshooting Scenarios</a:t>
            </a:r>
          </a:p>
          <a:p>
            <a:pPr>
              <a:defRPr sz="1000" b="1">
                <a:solidFill>
                  <a:srgbClr val="F87171"/>
                </a:solidFill>
              </a:defRPr>
            </a:pPr>
            <a:r>
              <a:t>[PART 15: CHAOS &amp; SRE]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Live chaos testing and failure diagnosis runbook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Scenario A: ImagePullBackOff (invalid tag simulation)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kubectl describe pod -&gt; identify RPC NotFound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Fix tag / secret -&gt; instant pod recovery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Scenario B: Service Endpoint Mismatch (&lt;none&gt; endpoints)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kubectl get ep -&gt; 0 endpoints detected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• Align selector label -&gt; traffic immediately restored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DevOps Capstone Summary &amp; Verification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Capstone Deliverables Completed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[100% OBJECTIVES ACHIEVED]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Working full-stack cloud-native application (StudyTrack / TaskBoard)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7 REST APIs tested &amp; documented in OpenAPI Swagger /docs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PostgreSQL relational database with stateful storage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Automated GitHub Actions CI pipeline with Pytest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Trivy security scanner with 0 critical vulnerabilities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Dual multi-stage container images published to GHCR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Automated AWS VPC &amp; EKS infrastructure via Terraform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Helm chart packaging with multiple environment values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NGINX Ingress routing external traffic to microservices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HPA autoscaling from 2 to 6 replicas under load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Prometheus scraping and Grafana dashboard visualization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✓ Live failure simulation and diagnostic runbook in troubleshooting/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Key Engineering Takeaways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[PRODUCTION READY]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• GitOps Architecture: Every infrastructure and application state change is version-controlled and peer-reviewed.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• Security by Design: Unprivileged containers, zero-CVE image gating, and KMS secret encryption at rest.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• Infrastructure Resilience: High-availability multi-AZ deployment with automated healing and scaling.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• Comprehensive Observability: Full metrics exposure enables immediate root cause identification during incidents.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• Production Readiness: Helm templating enables reproducible deployments across development, staging, and production environments.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